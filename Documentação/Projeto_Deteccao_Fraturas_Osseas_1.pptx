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54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icon_b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8064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 de Fraturas Ósseas em Radiografias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25880" y="868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binária de imagens via Rede Neural (CNN)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361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77240" y="1453896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87452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possíveis anomalias e fraturas ósseas, predizendo se a imagem de raio-X analisada apresenta ou não uma fratura.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3347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2551176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297180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utiliza uma arquitetura de rede neural convolucional (CNN) para realizar a classificação binária das radiografias, indicando a presença ou ausência de fratura no osso analisado.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0507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77240" y="3968496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7240" y="4389120"/>
            <a:ext cx="6355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 o analista na triagem inicial, indicando a probabilidade de fratura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4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355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referência: kaggle.com/datasets/renzanette/ia-identificar-fratura-imagens-de-raio-x-brao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452360" y="1508760"/>
            <a:ext cx="4251960" cy="2331720"/>
          </a:xfrm>
          <a:prstGeom prst="roundRect">
            <a:avLst>
              <a:gd name="adj" fmla="val 4706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452360" y="16459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12.352</a:t>
            </a:r>
            <a:endParaRPr lang="en-US" sz="5200" dirty="0"/>
          </a:p>
        </p:txBody>
      </p:sp>
      <p:sp>
        <p:nvSpPr>
          <p:cNvPr id="18" name="Text 15"/>
          <p:cNvSpPr/>
          <p:nvPr/>
        </p:nvSpPr>
        <p:spPr>
          <a:xfrm>
            <a:off x="7452360" y="23774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no dataset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35240" y="2834640"/>
            <a:ext cx="185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7.744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635240" y="331012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fratura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69780" y="2834640"/>
            <a:ext cx="185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4.608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669780" y="331012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fratura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26680" y="3657600"/>
            <a:ext cx="3703320" cy="201168"/>
          </a:xfrm>
          <a:prstGeom prst="roundRect">
            <a:avLst>
              <a:gd name="adj" fmla="val 2272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7726680" y="3657600"/>
            <a:ext cx="2321771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7452360" y="416052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7680960" y="4297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dos dados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680960" y="461772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Fracture Detection Using X-Rays</a:t>
            </a:r>
            <a:endParaRPr lang="en-US" sz="1200" dirty="0"/>
          </a:p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FracAtlas: A Dataset for Fracture Classification, Localization and Segmentation of Musculoskeletal Radiographs</a:t>
            </a:r>
            <a:endParaRPr lang="en-US" sz="1200" dirty="0"/>
          </a:p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Figshare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Grupo GI</dc:creator>
  <cp:lastModifiedBy>Grupo GI</cp:lastModifiedBy>
  <cp:revision>2</cp:revision>
  <dcterms:created xsi:type="dcterms:W3CDTF">2026-08-19T02:07:43Z</dcterms:created>
  <dcterms:modified xsi:type="dcterms:W3CDTF">2026-08-26T01:13:06Z</dcterms:modified>
</cp:coreProperties>
</file>